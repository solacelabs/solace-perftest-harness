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  <p:sldMasterId id="2147483683" r:id="rId2"/>
    <p:sldMasterId id="2147483675" r:id="rId3"/>
  </p:sldMasterIdLst>
  <p:notesMasterIdLst>
    <p:notesMasterId r:id="rId22"/>
  </p:notesMasterIdLst>
  <p:sldIdLst>
    <p:sldId id="272" r:id="rId4"/>
    <p:sldId id="273" r:id="rId5"/>
    <p:sldId id="289" r:id="rId6"/>
    <p:sldId id="274" r:id="rId7"/>
    <p:sldId id="275" r:id="rId8"/>
    <p:sldId id="276" r:id="rId9"/>
    <p:sldId id="277" r:id="rId10"/>
    <p:sldId id="279" r:id="rId11"/>
    <p:sldId id="281" r:id="rId12"/>
    <p:sldId id="280" r:id="rId13"/>
    <p:sldId id="278" r:id="rId14"/>
    <p:sldId id="282" r:id="rId15"/>
    <p:sldId id="284" r:id="rId16"/>
    <p:sldId id="286" r:id="rId17"/>
    <p:sldId id="287" r:id="rId18"/>
    <p:sldId id="288" r:id="rId19"/>
    <p:sldId id="283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464646"/>
    <a:srgbClr val="DEDEDE"/>
    <a:srgbClr val="C8C8C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10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B08CC-DC44-4989-87E5-2A014D8E7470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23419-67C6-4F73-8B1A-F532E0D4A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74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00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30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973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64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04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957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70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85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56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579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43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549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003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67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03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193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593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23419-67C6-4F73-8B1A-F532E0D4A65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71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58617" y="1509436"/>
            <a:ext cx="8476440" cy="1023938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643188" y="3458817"/>
            <a:ext cx="7156450" cy="16692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333333"/>
                </a:solidFill>
              </a:defRPr>
            </a:lvl1pPr>
          </a:lstStyle>
          <a:p>
            <a:pPr lvl="0"/>
            <a:r>
              <a:rPr lang="en-US" dirty="0"/>
              <a:t>Presenter</a:t>
            </a:r>
          </a:p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553405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581025" y="1282700"/>
            <a:ext cx="5611053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1"/>
          </p:nvPr>
        </p:nvSpPr>
        <p:spPr>
          <a:xfrm>
            <a:off x="6218274" y="1282700"/>
            <a:ext cx="5611053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81024" y="92446"/>
            <a:ext cx="10843139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959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4" y="92446"/>
            <a:ext cx="10843139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607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1116384"/>
            <a:ext cx="3120633" cy="5741616"/>
          </a:xfrm>
          <a:prstGeom prst="rect">
            <a:avLst/>
          </a:prstGeom>
          <a:gradFill>
            <a:gsLst>
              <a:gs pos="0">
                <a:srgbClr val="464646"/>
              </a:gs>
              <a:gs pos="100000">
                <a:srgbClr val="333333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4" y="92446"/>
            <a:ext cx="10843139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5"/>
          <a:stretch/>
        </p:blipFill>
        <p:spPr>
          <a:xfrm>
            <a:off x="-1" y="4437345"/>
            <a:ext cx="12192001" cy="24206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18" y="6433569"/>
            <a:ext cx="904461" cy="339173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55865" y="6161134"/>
            <a:ext cx="1143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fld id="{73A7EC27-C8AF-41FD-AEF5-5DAC54DFEA0F}" type="slidenum">
              <a:rPr lang="en-US" sz="200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 algn="l">
                <a:lnSpc>
                  <a:spcPct val="120000"/>
                </a:lnSpc>
              </a:pPr>
              <a:t>‹#›</a:t>
            </a:fld>
            <a:endParaRPr lang="en-US" sz="2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Copyright</a:t>
            </a: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Solace</a:t>
            </a:r>
            <a:b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onfidential</a:t>
            </a:r>
            <a:endParaRPr lang="en-US" sz="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ontent Placeholder 6"/>
          <p:cNvSpPr>
            <a:spLocks noGrp="1"/>
          </p:cNvSpPr>
          <p:nvPr>
            <p:ph sz="quarter" idx="10"/>
          </p:nvPr>
        </p:nvSpPr>
        <p:spPr>
          <a:xfrm>
            <a:off x="3525304" y="1282700"/>
            <a:ext cx="3993627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quarter" idx="11"/>
          </p:nvPr>
        </p:nvSpPr>
        <p:spPr>
          <a:xfrm>
            <a:off x="7835700" y="1282700"/>
            <a:ext cx="3993627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2"/>
          </p:nvPr>
        </p:nvSpPr>
        <p:spPr>
          <a:xfrm>
            <a:off x="186771" y="1282700"/>
            <a:ext cx="2673161" cy="4551570"/>
          </a:xfrm>
          <a:prstGeom prst="rect">
            <a:avLst/>
          </a:prstGeom>
        </p:spPr>
        <p:txBody>
          <a:bodyPr/>
          <a:lstStyle>
            <a:lvl1pPr marL="284163" indent="-284163"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514350" indent="-173038">
              <a:buClr>
                <a:schemeClr val="bg1"/>
              </a:buClr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801688" indent="-114300">
              <a:buClr>
                <a:schemeClr val="bg1"/>
              </a:buClr>
              <a:tabLst/>
              <a:defRPr sz="1800">
                <a:solidFill>
                  <a:schemeClr val="bg1">
                    <a:lumMod val="95000"/>
                  </a:schemeClr>
                </a:solidFill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55515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9071367" y="92446"/>
            <a:ext cx="3120633" cy="6765554"/>
          </a:xfrm>
          <a:prstGeom prst="rect">
            <a:avLst/>
          </a:prstGeom>
          <a:gradFill>
            <a:gsLst>
              <a:gs pos="0">
                <a:srgbClr val="464646"/>
              </a:gs>
              <a:gs pos="100000">
                <a:srgbClr val="333333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4" y="92446"/>
            <a:ext cx="10843139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5"/>
          <a:stretch/>
        </p:blipFill>
        <p:spPr>
          <a:xfrm>
            <a:off x="-1" y="4437345"/>
            <a:ext cx="12192001" cy="24206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18" y="6433569"/>
            <a:ext cx="904461" cy="339173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55865" y="6161134"/>
            <a:ext cx="1143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fld id="{73A7EC27-C8AF-41FD-AEF5-5DAC54DFEA0F}" type="slidenum">
              <a:rPr lang="en-US" sz="200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 algn="l">
                <a:lnSpc>
                  <a:spcPct val="120000"/>
                </a:lnSpc>
              </a:pPr>
              <a:t>‹#›</a:t>
            </a:fld>
            <a:endParaRPr lang="en-US" sz="2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Copyright</a:t>
            </a: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Solace</a:t>
            </a:r>
            <a:b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onfidential</a:t>
            </a:r>
            <a:endParaRPr lang="en-US" sz="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ontent Placeholder 6"/>
          <p:cNvSpPr>
            <a:spLocks noGrp="1"/>
          </p:cNvSpPr>
          <p:nvPr>
            <p:ph sz="quarter" idx="10"/>
          </p:nvPr>
        </p:nvSpPr>
        <p:spPr>
          <a:xfrm>
            <a:off x="581024" y="1282700"/>
            <a:ext cx="3993627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quarter" idx="11"/>
          </p:nvPr>
        </p:nvSpPr>
        <p:spPr>
          <a:xfrm>
            <a:off x="4891420" y="1282700"/>
            <a:ext cx="3993627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2"/>
          </p:nvPr>
        </p:nvSpPr>
        <p:spPr>
          <a:xfrm>
            <a:off x="9295102" y="1282700"/>
            <a:ext cx="2673161" cy="4551570"/>
          </a:xfrm>
          <a:prstGeom prst="rect">
            <a:avLst/>
          </a:prstGeom>
        </p:spPr>
        <p:txBody>
          <a:bodyPr/>
          <a:lstStyle>
            <a:lvl1pPr marL="284163" indent="-284163"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514350" indent="-173038">
              <a:buClr>
                <a:schemeClr val="bg1"/>
              </a:buClr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801688" indent="-114300">
              <a:buClr>
                <a:schemeClr val="bg1"/>
              </a:buClr>
              <a:tabLst/>
              <a:defRPr sz="1800">
                <a:solidFill>
                  <a:schemeClr val="bg1">
                    <a:lumMod val="95000"/>
                  </a:schemeClr>
                </a:solidFill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65578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58617" y="1509436"/>
            <a:ext cx="8476440" cy="1023938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643188" y="3458817"/>
            <a:ext cx="7156450" cy="16692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333333"/>
                </a:solidFill>
              </a:defRPr>
            </a:lvl1pPr>
          </a:lstStyle>
          <a:p>
            <a:pPr lvl="0"/>
            <a:r>
              <a:rPr lang="en-US" dirty="0"/>
              <a:t>Presenter</a:t>
            </a:r>
          </a:p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330784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581025" y="1282700"/>
            <a:ext cx="5611053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1"/>
          </p:nvPr>
        </p:nvSpPr>
        <p:spPr>
          <a:xfrm>
            <a:off x="6218274" y="1282700"/>
            <a:ext cx="5611053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81024" y="92446"/>
            <a:ext cx="10843139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1707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4" y="92446"/>
            <a:ext cx="10843139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3724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1116384"/>
            <a:ext cx="3120633" cy="5741616"/>
          </a:xfrm>
          <a:prstGeom prst="rect">
            <a:avLst/>
          </a:prstGeom>
          <a:gradFill>
            <a:gsLst>
              <a:gs pos="0">
                <a:srgbClr val="464646"/>
              </a:gs>
              <a:gs pos="100000">
                <a:srgbClr val="333333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4" y="92446"/>
            <a:ext cx="10843139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5"/>
          <a:stretch/>
        </p:blipFill>
        <p:spPr>
          <a:xfrm>
            <a:off x="-1" y="4437345"/>
            <a:ext cx="12192001" cy="24206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18" y="6433569"/>
            <a:ext cx="904461" cy="339173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55865" y="6161134"/>
            <a:ext cx="1143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fld id="{73A7EC27-C8AF-41FD-AEF5-5DAC54DFEA0F}" type="slidenum">
              <a:rPr lang="en-US" sz="200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 algn="l">
                <a:lnSpc>
                  <a:spcPct val="120000"/>
                </a:lnSpc>
              </a:pPr>
              <a:t>‹#›</a:t>
            </a:fld>
            <a:endParaRPr lang="en-US" sz="2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Copyright</a:t>
            </a: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Solace</a:t>
            </a:r>
            <a:b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onfidential</a:t>
            </a:r>
            <a:endParaRPr lang="en-US" sz="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ontent Placeholder 6"/>
          <p:cNvSpPr>
            <a:spLocks noGrp="1"/>
          </p:cNvSpPr>
          <p:nvPr>
            <p:ph sz="quarter" idx="10"/>
          </p:nvPr>
        </p:nvSpPr>
        <p:spPr>
          <a:xfrm>
            <a:off x="3525304" y="1282700"/>
            <a:ext cx="3993627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quarter" idx="11"/>
          </p:nvPr>
        </p:nvSpPr>
        <p:spPr>
          <a:xfrm>
            <a:off x="7835700" y="1282700"/>
            <a:ext cx="3993627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2"/>
          </p:nvPr>
        </p:nvSpPr>
        <p:spPr>
          <a:xfrm>
            <a:off x="186771" y="1282700"/>
            <a:ext cx="2673161" cy="4551570"/>
          </a:xfrm>
          <a:prstGeom prst="rect">
            <a:avLst/>
          </a:prstGeom>
        </p:spPr>
        <p:txBody>
          <a:bodyPr/>
          <a:lstStyle>
            <a:lvl1pPr marL="284163" indent="-284163"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514350" indent="-173038">
              <a:buClr>
                <a:schemeClr val="bg1"/>
              </a:buClr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801688" indent="-114300">
              <a:buClr>
                <a:schemeClr val="bg1"/>
              </a:buClr>
              <a:tabLst/>
              <a:defRPr sz="1800">
                <a:solidFill>
                  <a:schemeClr val="bg1">
                    <a:lumMod val="95000"/>
                  </a:schemeClr>
                </a:solidFill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3506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9071367" y="92446"/>
            <a:ext cx="3120633" cy="6765554"/>
          </a:xfrm>
          <a:prstGeom prst="rect">
            <a:avLst/>
          </a:prstGeom>
          <a:gradFill>
            <a:gsLst>
              <a:gs pos="0">
                <a:srgbClr val="464646"/>
              </a:gs>
              <a:gs pos="100000">
                <a:srgbClr val="333333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4" y="92446"/>
            <a:ext cx="8304023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5"/>
          <a:stretch/>
        </p:blipFill>
        <p:spPr>
          <a:xfrm>
            <a:off x="-1" y="4437345"/>
            <a:ext cx="12192001" cy="24206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18" y="6433569"/>
            <a:ext cx="904461" cy="339173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55865" y="6161134"/>
            <a:ext cx="1143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fld id="{73A7EC27-C8AF-41FD-AEF5-5DAC54DFEA0F}" type="slidenum">
              <a:rPr lang="en-US" sz="200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 algn="l">
                <a:lnSpc>
                  <a:spcPct val="120000"/>
                </a:lnSpc>
              </a:pPr>
              <a:t>‹#›</a:t>
            </a:fld>
            <a:endParaRPr lang="en-US" sz="2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Copyright</a:t>
            </a: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Solace</a:t>
            </a:r>
            <a:b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onfidential</a:t>
            </a:r>
            <a:endParaRPr lang="en-US" sz="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ontent Placeholder 6"/>
          <p:cNvSpPr>
            <a:spLocks noGrp="1"/>
          </p:cNvSpPr>
          <p:nvPr>
            <p:ph sz="quarter" idx="10"/>
          </p:nvPr>
        </p:nvSpPr>
        <p:spPr>
          <a:xfrm>
            <a:off x="581024" y="1282700"/>
            <a:ext cx="3993627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quarter" idx="11"/>
          </p:nvPr>
        </p:nvSpPr>
        <p:spPr>
          <a:xfrm>
            <a:off x="4891420" y="1282700"/>
            <a:ext cx="3993627" cy="45515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2"/>
          </p:nvPr>
        </p:nvSpPr>
        <p:spPr>
          <a:xfrm>
            <a:off x="9295102" y="1282700"/>
            <a:ext cx="2673161" cy="4551570"/>
          </a:xfrm>
          <a:prstGeom prst="rect">
            <a:avLst/>
          </a:prstGeom>
        </p:spPr>
        <p:txBody>
          <a:bodyPr/>
          <a:lstStyle>
            <a:lvl1pPr marL="284163" indent="-284163"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514350" indent="-173038">
              <a:buClr>
                <a:schemeClr val="bg1"/>
              </a:buClr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801688" indent="-114300">
              <a:buClr>
                <a:schemeClr val="bg1"/>
              </a:buClr>
              <a:tabLst/>
              <a:defRPr sz="1800">
                <a:solidFill>
                  <a:schemeClr val="bg1">
                    <a:lumMod val="95000"/>
                  </a:schemeClr>
                </a:solidFill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6856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58617" y="1509436"/>
            <a:ext cx="8476440" cy="1023938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DEDEDE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643188" y="3458817"/>
            <a:ext cx="7156450" cy="16692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DEDEDE"/>
                </a:solidFill>
              </a:defRPr>
            </a:lvl1pPr>
          </a:lstStyle>
          <a:p>
            <a:pPr lvl="0"/>
            <a:r>
              <a:rPr lang="en-US" dirty="0"/>
              <a:t>Presenter</a:t>
            </a:r>
          </a:p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855819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5" y="98071"/>
            <a:ext cx="10932634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DEDED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581025" y="1282700"/>
            <a:ext cx="5611053" cy="45515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EDEDE"/>
                </a:solidFill>
              </a:defRPr>
            </a:lvl1pPr>
            <a:lvl2pPr>
              <a:buClr>
                <a:schemeClr val="bg1"/>
              </a:buClr>
              <a:defRPr>
                <a:solidFill>
                  <a:srgbClr val="DEDEDE"/>
                </a:solidFill>
              </a:defRPr>
            </a:lvl2pPr>
            <a:lvl3pPr>
              <a:buClr>
                <a:schemeClr val="bg1"/>
              </a:buClr>
              <a:defRPr>
                <a:solidFill>
                  <a:srgbClr val="DEDEDE"/>
                </a:solidFill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1"/>
          </p:nvPr>
        </p:nvSpPr>
        <p:spPr>
          <a:xfrm>
            <a:off x="6218274" y="1282700"/>
            <a:ext cx="5611053" cy="45515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EDEDE"/>
                </a:solidFill>
              </a:defRPr>
            </a:lvl1pPr>
            <a:lvl2pPr>
              <a:defRPr>
                <a:solidFill>
                  <a:srgbClr val="DEDEDE"/>
                </a:solidFill>
              </a:defRPr>
            </a:lvl2pPr>
            <a:lvl3pPr>
              <a:defRPr>
                <a:solidFill>
                  <a:srgbClr val="DEDEDE"/>
                </a:solidFill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40389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25" y="98071"/>
            <a:ext cx="11006564" cy="1023938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>
                <a:solidFill>
                  <a:srgbClr val="DEDED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3280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5"/>
          <a:stretch/>
        </p:blipFill>
        <p:spPr>
          <a:xfrm>
            <a:off x="-1" y="4437345"/>
            <a:ext cx="12192001" cy="2420655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 bwMode="auto">
          <a:xfrm>
            <a:off x="837" y="789"/>
            <a:ext cx="12191163" cy="9144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18" y="6433569"/>
            <a:ext cx="904461" cy="339173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55865" y="6161134"/>
            <a:ext cx="1143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fld id="{73A7EC27-C8AF-41FD-AEF5-5DAC54DFEA0F}" type="slidenum">
              <a:rPr lang="en-US" sz="200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 algn="l">
                <a:lnSpc>
                  <a:spcPct val="120000"/>
                </a:lnSpc>
              </a:pPr>
              <a:t>‹#›</a:t>
            </a:fld>
            <a:endParaRPr lang="en-US" sz="2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Copyright</a:t>
            </a: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Solace</a:t>
            </a:r>
            <a:b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onfidential</a:t>
            </a:r>
            <a:endParaRPr lang="en-US" sz="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029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2" r:id="rId2"/>
    <p:sldLayoutId id="2147483679" r:id="rId3"/>
    <p:sldLayoutId id="2147483681" r:id="rId4"/>
    <p:sldLayoutId id="2147483682" r:id="rId5"/>
  </p:sldLayoutIdLst>
  <p:hf hdr="0" dt="0"/>
  <p:txStyles>
    <p:titleStyle>
      <a:lvl1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0" baseline="0">
          <a:solidFill>
            <a:srgbClr val="333333"/>
          </a:solidFill>
          <a:latin typeface="Calibri Light" panose="020F0302020204030204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38138" indent="-338138" algn="l" rtl="0" eaLnBrk="0" fontAlgn="base" hangingPunct="0">
        <a:spcBef>
          <a:spcPts val="600"/>
        </a:spcBef>
        <a:spcAft>
          <a:spcPts val="600"/>
        </a:spcAft>
        <a:buClr>
          <a:srgbClr val="FF7900"/>
        </a:buClr>
        <a:buSzPct val="100000"/>
        <a:buFont typeface="Courier New" panose="02070309020205020404" pitchFamily="49" charset="0"/>
        <a:buChar char="o"/>
        <a:defRPr sz="2800" b="0">
          <a:solidFill>
            <a:srgbClr val="333333"/>
          </a:solidFill>
          <a:latin typeface="Calibri Light" panose="020F0302020204030204" pitchFamily="34" charset="0"/>
          <a:ea typeface="+mn-ea"/>
          <a:cs typeface="+mn-cs"/>
        </a:defRPr>
      </a:lvl1pPr>
      <a:lvl2pPr marL="688975" indent="-231775" algn="l" rtl="0" eaLnBrk="0" fontAlgn="base" hangingPunct="0">
        <a:spcBef>
          <a:spcPts val="0"/>
        </a:spcBef>
        <a:spcAft>
          <a:spcPts val="600"/>
        </a:spcAft>
        <a:buClr>
          <a:srgbClr val="0B3D91"/>
        </a:buClr>
        <a:buFont typeface="Calibri" panose="020F0502020204030204" pitchFamily="34" charset="0"/>
        <a:buChar char="‐"/>
        <a:defRPr sz="2400" b="0">
          <a:solidFill>
            <a:srgbClr val="333333"/>
          </a:solidFill>
          <a:latin typeface="Calibri Light" panose="020F0302020204030204" pitchFamily="34" charset="0"/>
          <a:ea typeface="ＭＳ Ｐゴシック" charset="-128"/>
        </a:defRPr>
      </a:lvl2pPr>
      <a:lvl3pPr marL="1027113" indent="-168275" algn="l" rtl="0" eaLnBrk="0" fontAlgn="base" hangingPunct="0">
        <a:spcBef>
          <a:spcPts val="0"/>
        </a:spcBef>
        <a:spcAft>
          <a:spcPts val="600"/>
        </a:spcAft>
        <a:buClr>
          <a:srgbClr val="4D4D4D"/>
        </a:buClr>
        <a:buSzPct val="80000"/>
        <a:buFont typeface="Calibri" panose="020F0502020204030204" pitchFamily="34" charset="0"/>
        <a:buChar char="‐"/>
        <a:defRPr sz="2000" b="0">
          <a:solidFill>
            <a:srgbClr val="333333"/>
          </a:solidFill>
          <a:latin typeface="Calibri Light" panose="020F0302020204030204" pitchFamily="34" charset="0"/>
          <a:ea typeface="ＭＳ Ｐゴシック" charset="-128"/>
        </a:defRPr>
      </a:lvl3pPr>
      <a:lvl4pPr marL="1600200" indent="-228600" algn="l" rtl="0" eaLnBrk="0" fontAlgn="base" hangingPunct="0">
        <a:spcBef>
          <a:spcPct val="0"/>
        </a:spcBef>
        <a:spcAft>
          <a:spcPct val="0"/>
        </a:spcAft>
        <a:buClr>
          <a:srgbClr val="C0C0C0"/>
        </a:buClr>
        <a:buSzPct val="60000"/>
        <a:defRPr sz="1800" b="0">
          <a:solidFill>
            <a:srgbClr val="000000"/>
          </a:solidFill>
          <a:latin typeface="Calibri Light" panose="020F0302020204030204" pitchFamily="34" charset="0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Wingdings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5"/>
          <a:stretch/>
        </p:blipFill>
        <p:spPr>
          <a:xfrm>
            <a:off x="-1" y="4437345"/>
            <a:ext cx="12192001" cy="242065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 bwMode="auto">
          <a:xfrm>
            <a:off x="0" y="789"/>
            <a:ext cx="12192000" cy="4958837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rgbClr val="DEDEDE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tangle 3"/>
          <p:cNvSpPr/>
          <p:nvPr userDrawn="1"/>
        </p:nvSpPr>
        <p:spPr bwMode="auto">
          <a:xfrm>
            <a:off x="837" y="789"/>
            <a:ext cx="12191163" cy="9144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18" y="6433569"/>
            <a:ext cx="904461" cy="339173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55865" y="6161134"/>
            <a:ext cx="1143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fld id="{73A7EC27-C8AF-41FD-AEF5-5DAC54DFEA0F}" type="slidenum">
              <a:rPr lang="en-US" sz="200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 algn="l">
                <a:lnSpc>
                  <a:spcPct val="120000"/>
                </a:lnSpc>
              </a:pPr>
              <a:t>‹#›</a:t>
            </a:fld>
            <a:endParaRPr lang="en-US" sz="2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Copyright</a:t>
            </a: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Solace</a:t>
            </a:r>
            <a:b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onfidential</a:t>
            </a:r>
            <a:endParaRPr lang="en-US" sz="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48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</p:sldLayoutIdLst>
  <p:hf hdr="0" dt="0"/>
  <p:txStyles>
    <p:titleStyle>
      <a:lvl1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0" baseline="0">
          <a:solidFill>
            <a:srgbClr val="333333"/>
          </a:solidFill>
          <a:latin typeface="Calibri Light" panose="020F0302020204030204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38138" indent="-338138" algn="l" rtl="0" eaLnBrk="0" fontAlgn="base" hangingPunct="0">
        <a:spcBef>
          <a:spcPts val="600"/>
        </a:spcBef>
        <a:spcAft>
          <a:spcPts val="600"/>
        </a:spcAft>
        <a:buClr>
          <a:srgbClr val="FF7900"/>
        </a:buClr>
        <a:buSzPct val="100000"/>
        <a:buFont typeface="Courier New" panose="02070309020205020404" pitchFamily="49" charset="0"/>
        <a:buChar char="o"/>
        <a:defRPr sz="2800" b="0">
          <a:solidFill>
            <a:srgbClr val="333333"/>
          </a:solidFill>
          <a:latin typeface="Calibri Light" panose="020F0302020204030204" pitchFamily="34" charset="0"/>
          <a:ea typeface="+mn-ea"/>
          <a:cs typeface="+mn-cs"/>
        </a:defRPr>
      </a:lvl1pPr>
      <a:lvl2pPr marL="688975" indent="-231775" algn="l" rtl="0" eaLnBrk="0" fontAlgn="base" hangingPunct="0">
        <a:spcBef>
          <a:spcPts val="0"/>
        </a:spcBef>
        <a:spcAft>
          <a:spcPts val="600"/>
        </a:spcAft>
        <a:buClr>
          <a:srgbClr val="0B3D91"/>
        </a:buClr>
        <a:buFont typeface="Calibri" panose="020F0502020204030204" pitchFamily="34" charset="0"/>
        <a:buChar char="‐"/>
        <a:defRPr sz="2400" b="0">
          <a:solidFill>
            <a:srgbClr val="333333"/>
          </a:solidFill>
          <a:latin typeface="Calibri Light" panose="020F0302020204030204" pitchFamily="34" charset="0"/>
          <a:ea typeface="ＭＳ Ｐゴシック" charset="-128"/>
        </a:defRPr>
      </a:lvl2pPr>
      <a:lvl3pPr marL="1027113" indent="-168275" algn="l" rtl="0" eaLnBrk="0" fontAlgn="base" hangingPunct="0">
        <a:spcBef>
          <a:spcPts val="0"/>
        </a:spcBef>
        <a:spcAft>
          <a:spcPts val="600"/>
        </a:spcAft>
        <a:buClr>
          <a:srgbClr val="4D4D4D"/>
        </a:buClr>
        <a:buSzPct val="80000"/>
        <a:buFont typeface="Calibri" panose="020F0502020204030204" pitchFamily="34" charset="0"/>
        <a:buChar char="‐"/>
        <a:defRPr sz="2000" b="0">
          <a:solidFill>
            <a:srgbClr val="333333"/>
          </a:solidFill>
          <a:latin typeface="Calibri Light" panose="020F0302020204030204" pitchFamily="34" charset="0"/>
          <a:ea typeface="ＭＳ Ｐゴシック" charset="-128"/>
        </a:defRPr>
      </a:lvl3pPr>
      <a:lvl4pPr marL="1600200" indent="-228600" algn="l" rtl="0" eaLnBrk="0" fontAlgn="base" hangingPunct="0">
        <a:spcBef>
          <a:spcPct val="0"/>
        </a:spcBef>
        <a:spcAft>
          <a:spcPct val="0"/>
        </a:spcAft>
        <a:buClr>
          <a:srgbClr val="C0C0C0"/>
        </a:buClr>
        <a:buSzPct val="60000"/>
        <a:defRPr sz="1800" b="0">
          <a:solidFill>
            <a:srgbClr val="000000"/>
          </a:solidFill>
          <a:latin typeface="Calibri Light" panose="020F0302020204030204" pitchFamily="34" charset="0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Wingdings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789"/>
            <a:ext cx="12192000" cy="6857211"/>
          </a:xfrm>
          <a:prstGeom prst="rect">
            <a:avLst/>
          </a:prstGeom>
          <a:gradFill>
            <a:gsLst>
              <a:gs pos="0">
                <a:srgbClr val="464646"/>
              </a:gs>
              <a:gs pos="100000">
                <a:srgbClr val="333333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tangle 3"/>
          <p:cNvSpPr/>
          <p:nvPr userDrawn="1"/>
        </p:nvSpPr>
        <p:spPr bwMode="auto">
          <a:xfrm>
            <a:off x="837" y="789"/>
            <a:ext cx="12191163" cy="9144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5"/>
          <a:stretch/>
        </p:blipFill>
        <p:spPr>
          <a:xfrm>
            <a:off x="-1" y="4437345"/>
            <a:ext cx="12192001" cy="24206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18" y="6433569"/>
            <a:ext cx="904461" cy="33917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55865" y="6161134"/>
            <a:ext cx="11430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fld id="{73A7EC27-C8AF-41FD-AEF5-5DAC54DFEA0F}" type="slidenum">
              <a:rPr lang="en-US" sz="200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 algn="l">
                <a:lnSpc>
                  <a:spcPct val="120000"/>
                </a:lnSpc>
              </a:pPr>
              <a:t>‹#›</a:t>
            </a:fld>
            <a:endParaRPr lang="en-US" sz="2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Copyright</a:t>
            </a: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Solace</a:t>
            </a:r>
            <a:b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700" baseline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n-US" sz="7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onfidential</a:t>
            </a:r>
            <a:endParaRPr lang="en-US" sz="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168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80" r:id="rId3"/>
  </p:sldLayoutIdLst>
  <p:hf hdr="0" dt="0"/>
  <p:txStyles>
    <p:titleStyle>
      <a:lvl1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0" baseline="0">
          <a:solidFill>
            <a:srgbClr val="333333"/>
          </a:solidFill>
          <a:latin typeface="Calibri Light" panose="020F0302020204030204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38138" indent="-338138" algn="l" rtl="0" eaLnBrk="0" fontAlgn="base" hangingPunct="0">
        <a:spcBef>
          <a:spcPts val="600"/>
        </a:spcBef>
        <a:spcAft>
          <a:spcPts val="600"/>
        </a:spcAft>
        <a:buClr>
          <a:srgbClr val="FF7900"/>
        </a:buClr>
        <a:buSzPct val="100000"/>
        <a:buFont typeface="Courier New" panose="02070309020205020404" pitchFamily="49" charset="0"/>
        <a:buChar char="o"/>
        <a:defRPr sz="2800" b="0">
          <a:solidFill>
            <a:srgbClr val="333333"/>
          </a:solidFill>
          <a:latin typeface="Calibri Light" panose="020F0302020204030204" pitchFamily="34" charset="0"/>
          <a:ea typeface="+mn-ea"/>
          <a:cs typeface="+mn-cs"/>
        </a:defRPr>
      </a:lvl1pPr>
      <a:lvl2pPr marL="688975" indent="-231775" algn="l" rtl="0" eaLnBrk="0" fontAlgn="base" hangingPunct="0">
        <a:spcBef>
          <a:spcPts val="0"/>
        </a:spcBef>
        <a:spcAft>
          <a:spcPts val="600"/>
        </a:spcAft>
        <a:buClr>
          <a:srgbClr val="0B3D91"/>
        </a:buClr>
        <a:buFont typeface="Calibri" panose="020F0502020204030204" pitchFamily="34" charset="0"/>
        <a:buChar char="‐"/>
        <a:defRPr sz="2400" b="0">
          <a:solidFill>
            <a:srgbClr val="333333"/>
          </a:solidFill>
          <a:latin typeface="Calibri Light" panose="020F0302020204030204" pitchFamily="34" charset="0"/>
          <a:ea typeface="ＭＳ Ｐゴシック" charset="-128"/>
        </a:defRPr>
      </a:lvl2pPr>
      <a:lvl3pPr marL="1027113" indent="-168275" algn="l" rtl="0" eaLnBrk="0" fontAlgn="base" hangingPunct="0">
        <a:spcBef>
          <a:spcPts val="0"/>
        </a:spcBef>
        <a:spcAft>
          <a:spcPts val="600"/>
        </a:spcAft>
        <a:buClr>
          <a:srgbClr val="4D4D4D"/>
        </a:buClr>
        <a:buSzPct val="80000"/>
        <a:buFont typeface="Calibri" panose="020F0502020204030204" pitchFamily="34" charset="0"/>
        <a:buChar char="‐"/>
        <a:defRPr sz="2000" b="0">
          <a:solidFill>
            <a:srgbClr val="333333"/>
          </a:solidFill>
          <a:latin typeface="Calibri Light" panose="020F0302020204030204" pitchFamily="34" charset="0"/>
          <a:ea typeface="ＭＳ Ｐゴシック" charset="-128"/>
        </a:defRPr>
      </a:lvl3pPr>
      <a:lvl4pPr marL="1600200" indent="-228600" algn="l" rtl="0" eaLnBrk="0" fontAlgn="base" hangingPunct="0">
        <a:spcBef>
          <a:spcPct val="0"/>
        </a:spcBef>
        <a:spcAft>
          <a:spcPct val="0"/>
        </a:spcAft>
        <a:buClr>
          <a:srgbClr val="C0C0C0"/>
        </a:buClr>
        <a:buSzPct val="60000"/>
        <a:defRPr sz="1800" b="0">
          <a:solidFill>
            <a:srgbClr val="000000"/>
          </a:solidFill>
          <a:latin typeface="Calibri Light" panose="020F0302020204030204" pitchFamily="34" charset="0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Wingdings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646B7BAC-D18D-4DE7-9ED3-103A0481B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617" y="1509436"/>
            <a:ext cx="8476440" cy="1023938"/>
          </a:xfrm>
        </p:spPr>
        <p:txBody>
          <a:bodyPr/>
          <a:lstStyle/>
          <a:p>
            <a:r>
              <a:rPr lang="en-US" dirty="0"/>
              <a:t>Solace Performance Testing Harness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9441490-03C8-42FF-9727-59B43FEA7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43188" y="3458817"/>
            <a:ext cx="7156450" cy="1669222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Christian Holtfurth</a:t>
            </a:r>
          </a:p>
          <a:p>
            <a:r>
              <a:rPr lang="en-US" dirty="0"/>
              <a:t>07/12/2017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10761F-F70E-46E0-A460-AEAC8EA93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812" y="3130417"/>
            <a:ext cx="2261733" cy="22617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96B8E0-0A1D-4A69-B7C3-6DF4074D9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87" y="3130417"/>
            <a:ext cx="2261733" cy="226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78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81024" y="955273"/>
            <a:ext cx="6784509" cy="4551570"/>
          </a:xfrm>
        </p:spPr>
        <p:txBody>
          <a:bodyPr/>
          <a:lstStyle/>
          <a:p>
            <a:r>
              <a:rPr lang="en-US" sz="2400" dirty="0"/>
              <a:t>The customer wants to know what kind of performance a broker can achieve on given infrastructure (on-prem/cloud)!</a:t>
            </a:r>
          </a:p>
          <a:p>
            <a:r>
              <a:rPr lang="en-US" sz="2400" dirty="0"/>
              <a:t>Gathering a full set of performance metrics on a broker takes a lot of time:</a:t>
            </a:r>
          </a:p>
          <a:p>
            <a:pPr lvl="1"/>
            <a:r>
              <a:rPr lang="en-US" sz="2000" dirty="0"/>
              <a:t>Lot of tests with varying message sizes and fan-out ratios as well as different message types</a:t>
            </a:r>
          </a:p>
          <a:p>
            <a:pPr lvl="1"/>
            <a:r>
              <a:rPr lang="en-US" sz="2000" dirty="0"/>
              <a:t>Each test needs to be run for a min amount of time to make sure we are not spooling etc.</a:t>
            </a:r>
          </a:p>
          <a:p>
            <a:pPr lvl="1"/>
            <a:r>
              <a:rPr lang="en-US" sz="2000" dirty="0"/>
              <a:t>Lot of virtual hardware sizes to choose from and run tests on</a:t>
            </a:r>
          </a:p>
          <a:p>
            <a:pPr lvl="1"/>
            <a:r>
              <a:rPr lang="en-US" sz="2000" dirty="0"/>
              <a:t>Sdkperf needs to be run across several hosts spreading traffic across several topics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The Problem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5CCC8E-83E3-451B-9173-F15304851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028" y="1006054"/>
            <a:ext cx="3997135" cy="484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126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The Problem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73FE74-6864-45C5-9F94-487978355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8817"/>
            <a:ext cx="12192000" cy="45603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25C550-8D3E-4582-8FBB-19940850D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175" y="286895"/>
            <a:ext cx="5184989" cy="604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7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55385" y="980695"/>
            <a:ext cx="5382017" cy="4983877"/>
          </a:xfrm>
        </p:spPr>
        <p:txBody>
          <a:bodyPr/>
          <a:lstStyle/>
          <a:p>
            <a:r>
              <a:rPr lang="en-US" dirty="0"/>
              <a:t>Use a combination of: </a:t>
            </a:r>
          </a:p>
          <a:p>
            <a:pPr lvl="1"/>
            <a:r>
              <a:rPr lang="en-US" dirty="0"/>
              <a:t>Timed </a:t>
            </a:r>
            <a:r>
              <a:rPr lang="en-US" dirty="0" err="1"/>
              <a:t>sdkperf</a:t>
            </a:r>
            <a:r>
              <a:rPr lang="en-US" dirty="0"/>
              <a:t> publisher and consumer scripts</a:t>
            </a:r>
          </a:p>
          <a:p>
            <a:pPr lvl="1"/>
            <a:r>
              <a:rPr lang="en-US" dirty="0"/>
              <a:t>Ansible playbook with asynchronous actions and polling to spin up </a:t>
            </a:r>
            <a:r>
              <a:rPr lang="en-US" dirty="0" err="1"/>
              <a:t>sdkperf</a:t>
            </a:r>
            <a:r>
              <a:rPr lang="en-US" dirty="0"/>
              <a:t> instances across several performance testing hosts and collect results</a:t>
            </a:r>
          </a:p>
          <a:p>
            <a:pPr lvl="1"/>
            <a:r>
              <a:rPr lang="en-US" dirty="0"/>
              <a:t>Some bash, grep, </a:t>
            </a:r>
            <a:r>
              <a:rPr lang="en-US" dirty="0" err="1"/>
              <a:t>awk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script magic to collect and calculate results</a:t>
            </a:r>
          </a:p>
          <a:p>
            <a:pPr lvl="1"/>
            <a:r>
              <a:rPr lang="en-US" dirty="0"/>
              <a:t>Wrapper scripts to make it re-usable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The Solution: Automate the hell out of it!!!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6F520-D295-4EAB-BA9F-E0D1D5C18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454" y="847621"/>
            <a:ext cx="6603546" cy="511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51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Overview of test setup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39264-32C5-42E4-8793-24B8D0C3E22D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1116384"/>
            <a:ext cx="989902" cy="52850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Pubhost1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01C7C4-069B-4D8A-A09E-6C00D5534D33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1679096"/>
            <a:ext cx="989902" cy="528507"/>
          </a:xfrm>
          <a:prstGeom prst="rect">
            <a:avLst/>
          </a:prstGeom>
          <a:solidFill>
            <a:schemeClr val="accent3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Subhost1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75EDF8-B334-48E7-94C0-1AC1B46D94B0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2241808"/>
            <a:ext cx="989902" cy="52850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Pubhost2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2C74E3-F0DE-4616-ACE3-703C182A0DE2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2804520"/>
            <a:ext cx="989902" cy="528507"/>
          </a:xfrm>
          <a:prstGeom prst="rect">
            <a:avLst/>
          </a:prstGeom>
          <a:solidFill>
            <a:schemeClr val="accent3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Subhost2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F430E7-C973-4492-A424-71F0B14CAB77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3367232"/>
            <a:ext cx="989902" cy="52850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Pubhost3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1D5DC5-13F8-4463-97CE-439621FCEE18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3929944"/>
            <a:ext cx="989902" cy="528507"/>
          </a:xfrm>
          <a:prstGeom prst="rect">
            <a:avLst/>
          </a:prstGeom>
          <a:solidFill>
            <a:schemeClr val="accent3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Subhost3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01ACEE-BF42-4346-B3F8-1CB27AC3CBE2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4492656"/>
            <a:ext cx="989902" cy="52850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Pubhost4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5926F3-4567-4E63-B70C-645D855FF2F4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5055368"/>
            <a:ext cx="989902" cy="528507"/>
          </a:xfrm>
          <a:prstGeom prst="rect">
            <a:avLst/>
          </a:prstGeom>
          <a:solidFill>
            <a:schemeClr val="accent3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Subhost4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A5EA4D9-A637-4279-8A2D-1942AC56C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402" y="2047152"/>
            <a:ext cx="2571750" cy="257175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726B64D-2FC4-4AD2-9777-6D08386D071C}"/>
              </a:ext>
            </a:extLst>
          </p:cNvPr>
          <p:cNvCxnSpPr>
            <a:stCxn id="9" idx="3"/>
            <a:endCxn id="17" idx="1"/>
          </p:cNvCxnSpPr>
          <p:nvPr/>
        </p:nvCxnSpPr>
        <p:spPr bwMode="auto">
          <a:xfrm>
            <a:off x="8741330" y="1380638"/>
            <a:ext cx="582072" cy="1952389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1087733-09EA-4743-88F7-6005F36CAFEB}"/>
              </a:ext>
            </a:extLst>
          </p:cNvPr>
          <p:cNvCxnSpPr>
            <a:cxnSpLocks/>
            <a:stCxn id="9" idx="3"/>
          </p:cNvCxnSpPr>
          <p:nvPr/>
        </p:nvCxnSpPr>
        <p:spPr bwMode="auto">
          <a:xfrm>
            <a:off x="8741330" y="1380638"/>
            <a:ext cx="1050380" cy="797711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20F1F2D-E6FC-475E-9D45-85783857E59C}"/>
              </a:ext>
            </a:extLst>
          </p:cNvPr>
          <p:cNvCxnSpPr>
            <a:cxnSpLocks/>
            <a:endCxn id="10" idx="3"/>
          </p:cNvCxnSpPr>
          <p:nvPr/>
        </p:nvCxnSpPr>
        <p:spPr bwMode="auto">
          <a:xfrm flipH="1" flipV="1">
            <a:off x="8741330" y="1943350"/>
            <a:ext cx="984562" cy="298458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ED2DC0A-2D09-4A70-9EFC-0679D953AC21}"/>
              </a:ext>
            </a:extLst>
          </p:cNvPr>
          <p:cNvCxnSpPr>
            <a:cxnSpLocks/>
            <a:stCxn id="11" idx="3"/>
          </p:cNvCxnSpPr>
          <p:nvPr/>
        </p:nvCxnSpPr>
        <p:spPr bwMode="auto">
          <a:xfrm>
            <a:off x="8741330" y="2506062"/>
            <a:ext cx="582072" cy="298458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1FFC683-B9B2-4664-BA01-63ECC3EFD43A}"/>
              </a:ext>
            </a:extLst>
          </p:cNvPr>
          <p:cNvCxnSpPr>
            <a:cxnSpLocks/>
            <a:endCxn id="12" idx="3"/>
          </p:cNvCxnSpPr>
          <p:nvPr/>
        </p:nvCxnSpPr>
        <p:spPr bwMode="auto">
          <a:xfrm flipH="1">
            <a:off x="8741330" y="2928056"/>
            <a:ext cx="525190" cy="140718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405DE51-9DB1-4690-A043-AF431080F805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>
            <a:off x="8741330" y="3631486"/>
            <a:ext cx="582072" cy="127714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BBCF2C8-E72D-455F-9211-20DB8BBA0561}"/>
              </a:ext>
            </a:extLst>
          </p:cNvPr>
          <p:cNvCxnSpPr>
            <a:cxnSpLocks/>
            <a:endCxn id="14" idx="3"/>
          </p:cNvCxnSpPr>
          <p:nvPr/>
        </p:nvCxnSpPr>
        <p:spPr bwMode="auto">
          <a:xfrm flipH="1">
            <a:off x="8741330" y="3895739"/>
            <a:ext cx="582074" cy="298459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9D42C60-9B1E-42CE-BFD3-2AFF7319B4C9}"/>
              </a:ext>
            </a:extLst>
          </p:cNvPr>
          <p:cNvCxnSpPr>
            <a:cxnSpLocks/>
            <a:stCxn id="15" idx="3"/>
          </p:cNvCxnSpPr>
          <p:nvPr/>
        </p:nvCxnSpPr>
        <p:spPr bwMode="auto">
          <a:xfrm flipV="1">
            <a:off x="8741330" y="4458452"/>
            <a:ext cx="1050380" cy="298458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F1979B8-BF5E-4715-8950-1EFFA4BA131F}"/>
              </a:ext>
            </a:extLst>
          </p:cNvPr>
          <p:cNvCxnSpPr>
            <a:cxnSpLocks/>
            <a:endCxn id="16" idx="3"/>
          </p:cNvCxnSpPr>
          <p:nvPr/>
        </p:nvCxnSpPr>
        <p:spPr bwMode="auto">
          <a:xfrm flipH="1">
            <a:off x="8741330" y="4560135"/>
            <a:ext cx="1107264" cy="759487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A9FCF4D6-D521-4A93-8FB9-FAF28401BE90}"/>
              </a:ext>
            </a:extLst>
          </p:cNvPr>
          <p:cNvSpPr>
            <a:spLocks noChangeAspect="1"/>
          </p:cNvSpPr>
          <p:nvPr/>
        </p:nvSpPr>
        <p:spPr bwMode="auto">
          <a:xfrm>
            <a:off x="5012691" y="1110920"/>
            <a:ext cx="989902" cy="52850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Ansible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Controller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85000"/>
                  </a:schemeClr>
                </a:solidFill>
                <a:effectLst/>
                <a:latin typeface="Arial" charset="0"/>
              </a:rPr>
              <a:t>Host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38B2622-B1BB-46F0-90B2-53D09CEC16B7}"/>
              </a:ext>
            </a:extLst>
          </p:cNvPr>
          <p:cNvCxnSpPr>
            <a:cxnSpLocks/>
            <a:stCxn id="51" idx="3"/>
            <a:endCxn id="9" idx="1"/>
          </p:cNvCxnSpPr>
          <p:nvPr/>
        </p:nvCxnSpPr>
        <p:spPr bwMode="auto">
          <a:xfrm>
            <a:off x="6002593" y="1375174"/>
            <a:ext cx="1748835" cy="5464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3DD4F2D-92EE-4226-89C7-D42B15D11486}"/>
              </a:ext>
            </a:extLst>
          </p:cNvPr>
          <p:cNvCxnSpPr>
            <a:cxnSpLocks/>
            <a:stCxn id="51" idx="3"/>
            <a:endCxn id="10" idx="1"/>
          </p:cNvCxnSpPr>
          <p:nvPr/>
        </p:nvCxnSpPr>
        <p:spPr bwMode="auto">
          <a:xfrm>
            <a:off x="6002593" y="1375174"/>
            <a:ext cx="1748835" cy="568176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2AD8055-109C-4F8A-8049-9AD321D07156}"/>
              </a:ext>
            </a:extLst>
          </p:cNvPr>
          <p:cNvCxnSpPr>
            <a:cxnSpLocks/>
            <a:stCxn id="51" idx="3"/>
            <a:endCxn id="11" idx="1"/>
          </p:cNvCxnSpPr>
          <p:nvPr/>
        </p:nvCxnSpPr>
        <p:spPr bwMode="auto">
          <a:xfrm>
            <a:off x="6002593" y="1375174"/>
            <a:ext cx="1748835" cy="1130888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A41C725-AE53-4B88-966A-081484095517}"/>
              </a:ext>
            </a:extLst>
          </p:cNvPr>
          <p:cNvCxnSpPr>
            <a:cxnSpLocks/>
            <a:stCxn id="51" idx="3"/>
            <a:endCxn id="12" idx="1"/>
          </p:cNvCxnSpPr>
          <p:nvPr/>
        </p:nvCxnSpPr>
        <p:spPr bwMode="auto">
          <a:xfrm>
            <a:off x="6002593" y="1375174"/>
            <a:ext cx="1748835" cy="1693600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0DF2208-C997-4B29-A8B2-8525124FC86F}"/>
              </a:ext>
            </a:extLst>
          </p:cNvPr>
          <p:cNvCxnSpPr>
            <a:cxnSpLocks/>
            <a:stCxn id="51" idx="3"/>
            <a:endCxn id="13" idx="1"/>
          </p:cNvCxnSpPr>
          <p:nvPr/>
        </p:nvCxnSpPr>
        <p:spPr bwMode="auto">
          <a:xfrm>
            <a:off x="6002593" y="1375174"/>
            <a:ext cx="1748835" cy="2256312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36B6137-5CD6-4CBE-B1A9-65E7E4655006}"/>
              </a:ext>
            </a:extLst>
          </p:cNvPr>
          <p:cNvCxnSpPr>
            <a:cxnSpLocks/>
            <a:stCxn id="51" idx="3"/>
            <a:endCxn id="14" idx="1"/>
          </p:cNvCxnSpPr>
          <p:nvPr/>
        </p:nvCxnSpPr>
        <p:spPr bwMode="auto">
          <a:xfrm>
            <a:off x="6002593" y="1375174"/>
            <a:ext cx="1748835" cy="2819024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B1774D2-3392-48FB-A74A-EE872A398019}"/>
              </a:ext>
            </a:extLst>
          </p:cNvPr>
          <p:cNvCxnSpPr>
            <a:cxnSpLocks/>
            <a:stCxn id="51" idx="3"/>
            <a:endCxn id="15" idx="1"/>
          </p:cNvCxnSpPr>
          <p:nvPr/>
        </p:nvCxnSpPr>
        <p:spPr bwMode="auto">
          <a:xfrm>
            <a:off x="6002593" y="1375174"/>
            <a:ext cx="1748835" cy="3381736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0200F71-B81B-4C13-BC45-581C7BC705F2}"/>
              </a:ext>
            </a:extLst>
          </p:cNvPr>
          <p:cNvCxnSpPr>
            <a:cxnSpLocks/>
            <a:stCxn id="51" idx="3"/>
            <a:endCxn id="16" idx="1"/>
          </p:cNvCxnSpPr>
          <p:nvPr/>
        </p:nvCxnSpPr>
        <p:spPr bwMode="auto">
          <a:xfrm>
            <a:off x="6002593" y="1375174"/>
            <a:ext cx="1748835" cy="3944448"/>
          </a:xfrm>
          <a:prstGeom prst="straightConnector1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81" name="Content Placeholder 2">
            <a:extLst>
              <a:ext uri="{FF2B5EF4-FFF2-40B4-BE49-F238E27FC236}">
                <a16:creationId xmlns:a16="http://schemas.microsoft.com/office/drawing/2014/main" id="{3A6C3A8C-4E80-4AD6-8CF2-8DF890F8FC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4947" y="1032305"/>
            <a:ext cx="5611053" cy="455157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Ansible host runs the main scripts and ansible playbook, which:</a:t>
            </a:r>
          </a:p>
          <a:p>
            <a:pPr lvl="1"/>
            <a:r>
              <a:rPr lang="en-US" dirty="0"/>
              <a:t>Pushes the Sdkperf files and scripts to the publisher and subscriber hosts</a:t>
            </a:r>
          </a:p>
          <a:p>
            <a:pPr lvl="1"/>
            <a:r>
              <a:rPr lang="en-US" dirty="0"/>
              <a:t>Starts the Sdkperf consumers and publishers in </a:t>
            </a:r>
            <a:r>
              <a:rPr lang="en-US" dirty="0" err="1"/>
              <a:t>async</a:t>
            </a:r>
            <a:r>
              <a:rPr lang="en-US" dirty="0"/>
              <a:t> jobs with a timer</a:t>
            </a:r>
          </a:p>
          <a:p>
            <a:pPr lvl="1"/>
            <a:r>
              <a:rPr lang="en-US" dirty="0"/>
              <a:t>Collects the results from all hosts and calculates the overall message throughput </a:t>
            </a:r>
          </a:p>
          <a:p>
            <a:pPr lvl="1"/>
            <a:r>
              <a:rPr lang="en-US" dirty="0"/>
              <a:t>Decides whether test is success or fail based on target throughput number</a:t>
            </a:r>
          </a:p>
        </p:txBody>
      </p:sp>
    </p:spTree>
    <p:extLst>
      <p:ext uri="{BB962C8B-B14F-4D97-AF65-F5344CB8AC3E}">
        <p14:creationId xmlns:p14="http://schemas.microsoft.com/office/powerpoint/2010/main" val="4275589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The Framework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A727FA-F30F-448A-A199-CBDB0E8A3339}"/>
              </a:ext>
            </a:extLst>
          </p:cNvPr>
          <p:cNvSpPr>
            <a:spLocks/>
          </p:cNvSpPr>
          <p:nvPr/>
        </p:nvSpPr>
        <p:spPr bwMode="auto">
          <a:xfrm>
            <a:off x="489527" y="932872"/>
            <a:ext cx="6585527" cy="4812146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Ansible Controller Host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DB5496-68A0-4A39-AC70-39333A8FB3F4}"/>
              </a:ext>
            </a:extLst>
          </p:cNvPr>
          <p:cNvSpPr>
            <a:spLocks/>
          </p:cNvSpPr>
          <p:nvPr/>
        </p:nvSpPr>
        <p:spPr bwMode="auto">
          <a:xfrm>
            <a:off x="7352145" y="932872"/>
            <a:ext cx="4668981" cy="2336801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Subhost</a:t>
            </a:r>
            <a:endParaRPr kumimoji="0" lang="en-GB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E2231F-3A4D-4F59-B14F-014705378ED7}"/>
              </a:ext>
            </a:extLst>
          </p:cNvPr>
          <p:cNvSpPr>
            <a:spLocks/>
          </p:cNvSpPr>
          <p:nvPr/>
        </p:nvSpPr>
        <p:spPr bwMode="auto">
          <a:xfrm>
            <a:off x="7352145" y="3408217"/>
            <a:ext cx="4668981" cy="2336801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Pubhost</a:t>
            </a:r>
            <a:endParaRPr kumimoji="0" lang="en-GB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E038AB-43EE-4561-83E2-842837A85BF6}"/>
              </a:ext>
            </a:extLst>
          </p:cNvPr>
          <p:cNvSpPr/>
          <p:nvPr/>
        </p:nvSpPr>
        <p:spPr bwMode="auto">
          <a:xfrm>
            <a:off x="581023" y="1186872"/>
            <a:ext cx="2328432" cy="1999009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specific-test-sets/mytestset.sh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Defines up to 7 test arrays to run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with unlimited no of tests.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Each test sets parameters like: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R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tabLst/>
            </a:pPr>
            <a:r>
              <a:rPr lang="en-GB" sz="1050" b="1" dirty="0">
                <a:latin typeface="Arial" charset="0"/>
              </a:rPr>
              <a:t>- </a:t>
            </a:r>
            <a:r>
              <a:rPr lang="en-GB" sz="1050" b="1" dirty="0" err="1">
                <a:latin typeface="Arial" charset="0"/>
              </a:rPr>
              <a:t>Msg</a:t>
            </a:r>
            <a:r>
              <a:rPr lang="en-GB" sz="1050" b="1" dirty="0">
                <a:latin typeface="Arial" charset="0"/>
              </a:rPr>
              <a:t> size</a:t>
            </a:r>
          </a:p>
          <a:p>
            <a:pPr marR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- Fanout</a:t>
            </a:r>
          </a:p>
          <a:p>
            <a:pPr marR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- Target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msg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rate</a:t>
            </a:r>
          </a:p>
          <a:p>
            <a:pPr marR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- No of test hosts to use</a:t>
            </a:r>
          </a:p>
          <a:p>
            <a:pPr marR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-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Msg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type</a:t>
            </a:r>
          </a:p>
          <a:p>
            <a:pPr marR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tabLst/>
            </a:pP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R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tabLst/>
            </a:pPr>
            <a:r>
              <a:rPr lang="en-GB" sz="1050" b="1" dirty="0">
                <a:latin typeface="Arial" charset="0"/>
              </a:rPr>
              <a:t>- Prefix for logs/results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953AFA-AFC2-43C1-9C7B-4BF6B3FF9823}"/>
              </a:ext>
            </a:extLst>
          </p:cNvPr>
          <p:cNvSpPr/>
          <p:nvPr/>
        </p:nvSpPr>
        <p:spPr bwMode="auto">
          <a:xfrm>
            <a:off x="581023" y="3731409"/>
            <a:ext cx="2328432" cy="1514261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runtestset.sh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Parses and breaks test set into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Individual test</a:t>
            </a:r>
          </a:p>
          <a:p>
            <a:pPr marR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tabLst/>
            </a:pPr>
            <a:r>
              <a:rPr lang="en-GB" sz="1050" b="1" dirty="0">
                <a:latin typeface="Arial" charset="0"/>
              </a:rPr>
              <a:t>- Collects output and calculates </a:t>
            </a:r>
            <a:br>
              <a:rPr lang="en-GB" sz="1050" b="1" dirty="0">
                <a:latin typeface="Arial" charset="0"/>
              </a:rPr>
            </a:br>
            <a:r>
              <a:rPr lang="en-GB" sz="1050" b="1" dirty="0">
                <a:latin typeface="Arial" charset="0"/>
              </a:rPr>
              <a:t>  whether test was success/fail</a:t>
            </a:r>
            <a:br>
              <a:rPr lang="en-GB" sz="1050" b="1" dirty="0">
                <a:latin typeface="Arial" charset="0"/>
              </a:rPr>
            </a:br>
            <a:r>
              <a:rPr lang="en-GB" sz="1050" b="1" dirty="0">
                <a:latin typeface="Arial" charset="0"/>
              </a:rPr>
              <a:t>  based on achieved/targeted rate</a:t>
            </a:r>
            <a:br>
              <a:rPr lang="en-GB" sz="1050" b="1" dirty="0">
                <a:latin typeface="Arial" charset="0"/>
              </a:rPr>
            </a:br>
            <a:r>
              <a:rPr lang="en-GB" sz="1050" b="1" dirty="0">
                <a:latin typeface="Arial" charset="0"/>
              </a:rPr>
              <a:t>  and allowed error margin </a:t>
            </a:r>
            <a:br>
              <a:rPr lang="en-GB" sz="1050" b="1" dirty="0">
                <a:latin typeface="Arial" charset="0"/>
              </a:rPr>
            </a:br>
            <a:r>
              <a:rPr lang="en-GB" sz="1050" b="1" dirty="0">
                <a:latin typeface="Arial" charset="0"/>
              </a:rPr>
              <a:t>  (default 5%)</a:t>
            </a:r>
            <a:br>
              <a:rPr lang="en-GB" sz="1050" b="1" dirty="0">
                <a:latin typeface="Arial" charset="0"/>
              </a:rPr>
            </a:br>
            <a:r>
              <a:rPr lang="en-GB" sz="1050" b="1" dirty="0">
                <a:latin typeface="Arial" charset="0"/>
              </a:rPr>
              <a:t>  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6F13EB-F66D-41ED-AB53-AF816C4DA94D}"/>
              </a:ext>
            </a:extLst>
          </p:cNvPr>
          <p:cNvSpPr/>
          <p:nvPr/>
        </p:nvSpPr>
        <p:spPr bwMode="auto">
          <a:xfrm>
            <a:off x="3464070" y="3981069"/>
            <a:ext cx="2236067" cy="1191095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run-tests.sh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Wrapper script around ansible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p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laybook: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Calls ansible playbook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Collects results from all hosts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- Calculates overall sum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64430CFC-12CC-40D3-99ED-04FE997CEEE0}"/>
              </a:ext>
            </a:extLst>
          </p:cNvPr>
          <p:cNvSpPr/>
          <p:nvPr/>
        </p:nvSpPr>
        <p:spPr bwMode="auto">
          <a:xfrm>
            <a:off x="1407894" y="3185881"/>
            <a:ext cx="674689" cy="545528"/>
          </a:xfrm>
          <a:prstGeom prst="downArrow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7B7C502-4F73-40AD-9059-0096BA5E9FA6}"/>
              </a:ext>
            </a:extLst>
          </p:cNvPr>
          <p:cNvSpPr/>
          <p:nvPr/>
        </p:nvSpPr>
        <p:spPr bwMode="auto">
          <a:xfrm>
            <a:off x="2909022" y="4119085"/>
            <a:ext cx="555047" cy="687808"/>
          </a:xfrm>
          <a:prstGeom prst="rightArrow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D5A58F-917D-466F-A80E-9AEBC47BE799}"/>
              </a:ext>
            </a:extLst>
          </p:cNvPr>
          <p:cNvSpPr/>
          <p:nvPr/>
        </p:nvSpPr>
        <p:spPr bwMode="auto">
          <a:xfrm>
            <a:off x="3453749" y="1024403"/>
            <a:ext cx="3233592" cy="2632375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start-</a:t>
            </a:r>
            <a:r>
              <a:rPr lang="en-GB" sz="1050" b="1" dirty="0" err="1">
                <a:latin typeface="Arial" charset="0"/>
              </a:rPr>
              <a:t>sdk.yaml</a:t>
            </a:r>
            <a:endParaRPr lang="en-GB" sz="1050" b="1" dirty="0"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Ansible playbook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- Pushes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s</a:t>
            </a:r>
            <a:r>
              <a:rPr lang="en-GB" sz="1050" b="1" dirty="0" err="1">
                <a:latin typeface="Arial" charset="0"/>
              </a:rPr>
              <a:t>dkperf</a:t>
            </a:r>
            <a:r>
              <a:rPr lang="en-GB" sz="1050" b="1" dirty="0">
                <a:latin typeface="Arial" charset="0"/>
              </a:rPr>
              <a:t> and scripts to pub/sub hosts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Starts the </a:t>
            </a:r>
            <a:r>
              <a:rPr lang="en-GB" sz="1050" b="1" dirty="0" err="1">
                <a:latin typeface="Arial" charset="0"/>
              </a:rPr>
              <a:t>sdk_consumers</a:t>
            </a:r>
            <a:r>
              <a:rPr lang="en-GB" sz="1050" b="1" dirty="0">
                <a:latin typeface="Arial" charset="0"/>
              </a:rPr>
              <a:t> across all </a:t>
            </a:r>
            <a:r>
              <a:rPr lang="en-GB" sz="1050" b="1" dirty="0" err="1">
                <a:latin typeface="Arial" charset="0"/>
              </a:rPr>
              <a:t>subhosts</a:t>
            </a:r>
            <a:r>
              <a:rPr lang="en-GB" sz="1050" b="1" dirty="0">
                <a:latin typeface="Arial" charset="0"/>
              </a:rPr>
              <a:t>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 with a timer in an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async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job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Starts the </a:t>
            </a:r>
            <a:r>
              <a:rPr lang="en-GB" sz="1050" b="1" dirty="0" err="1">
                <a:latin typeface="Arial" charset="0"/>
              </a:rPr>
              <a:t>sdk_publishers</a:t>
            </a:r>
            <a:r>
              <a:rPr lang="en-GB" sz="1050" b="1" dirty="0">
                <a:latin typeface="Arial" charset="0"/>
              </a:rPr>
              <a:t> across all </a:t>
            </a:r>
            <a:r>
              <a:rPr lang="en-GB" sz="1050" b="1" dirty="0" err="1">
                <a:latin typeface="Arial" charset="0"/>
              </a:rPr>
              <a:t>pubhosts</a:t>
            </a:r>
            <a:endParaRPr lang="en-GB" sz="1050" b="1" dirty="0"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  with a timer in an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async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job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 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(each host get a portion of the target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msg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  rate assigned = overall / no of hosts)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Collects the output of all publisher and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  consumers across all hosts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5F2FE3-7B70-41DA-B445-9C4C47DE5D60}"/>
              </a:ext>
            </a:extLst>
          </p:cNvPr>
          <p:cNvSpPr/>
          <p:nvPr/>
        </p:nvSpPr>
        <p:spPr bwMode="auto">
          <a:xfrm>
            <a:off x="7450568" y="1186872"/>
            <a:ext cx="4390450" cy="1352678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sdkconsumers.sh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Starts number of requested </a:t>
            </a:r>
            <a:r>
              <a:rPr lang="en-GB" sz="1050" b="1" dirty="0" err="1">
                <a:latin typeface="Arial" charset="0"/>
              </a:rPr>
              <a:t>sdkperf</a:t>
            </a:r>
            <a:r>
              <a:rPr lang="en-GB" sz="1050" b="1" dirty="0">
                <a:latin typeface="Arial" charset="0"/>
              </a:rPr>
              <a:t> consumers and pins them to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  cores (no of publishers * by fanout) in background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Waits for timer to expire or Control-C, which is then caught to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  gracefully kill the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sdkperf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jobs and allow for their output to be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 written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Collects the results for each </a:t>
            </a:r>
            <a:r>
              <a:rPr lang="en-GB" sz="1050" b="1" dirty="0" err="1">
                <a:latin typeface="Arial" charset="0"/>
              </a:rPr>
              <a:t>sdkperf</a:t>
            </a:r>
            <a:r>
              <a:rPr lang="en-GB" sz="1050" b="1" dirty="0">
                <a:latin typeface="Arial" charset="0"/>
              </a:rPr>
              <a:t> job and calculates sum 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F8041B-A631-425A-BFDC-81F329C544A8}"/>
              </a:ext>
            </a:extLst>
          </p:cNvPr>
          <p:cNvSpPr/>
          <p:nvPr/>
        </p:nvSpPr>
        <p:spPr bwMode="auto">
          <a:xfrm>
            <a:off x="7450568" y="3731409"/>
            <a:ext cx="4390450" cy="1514261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sdkpublisher.sh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Starts number of requested </a:t>
            </a:r>
            <a:r>
              <a:rPr lang="en-GB" sz="1050" b="1" dirty="0" err="1">
                <a:latin typeface="Arial" charset="0"/>
              </a:rPr>
              <a:t>sdkperf</a:t>
            </a:r>
            <a:r>
              <a:rPr lang="en-GB" sz="1050" b="1" dirty="0">
                <a:latin typeface="Arial" charset="0"/>
              </a:rPr>
              <a:t> publishers and pins them to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  cores in background (each with a portion of the host target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msg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 rate = host rate / no of publishers)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Waits for timer to expire or Control-C, which is then caught to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  gracefully kill the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sdkperf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jobs and allow for their output to be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 written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Collects the results for each </a:t>
            </a:r>
            <a:r>
              <a:rPr lang="en-GB" sz="1050" b="1" dirty="0" err="1">
                <a:latin typeface="Arial" charset="0"/>
              </a:rPr>
              <a:t>sdkperf</a:t>
            </a:r>
            <a:r>
              <a:rPr lang="en-GB" sz="1050" b="1" dirty="0">
                <a:latin typeface="Arial" charset="0"/>
              </a:rPr>
              <a:t> job and calculates sum 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76F43322-4F70-4EA7-AA4B-939BCC3A3288}"/>
              </a:ext>
            </a:extLst>
          </p:cNvPr>
          <p:cNvSpPr/>
          <p:nvPr/>
        </p:nvSpPr>
        <p:spPr bwMode="auto">
          <a:xfrm rot="3693365" flipV="1">
            <a:off x="6966782" y="1590090"/>
            <a:ext cx="213687" cy="77051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E97A94F8-C660-4419-B63F-7C24F723C6CC}"/>
              </a:ext>
            </a:extLst>
          </p:cNvPr>
          <p:cNvSpPr/>
          <p:nvPr/>
        </p:nvSpPr>
        <p:spPr bwMode="auto">
          <a:xfrm rot="9202229" flipV="1">
            <a:off x="6965326" y="2723666"/>
            <a:ext cx="212708" cy="1435621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DAB70681-F912-4A0F-8A34-3EA07F0822A8}"/>
              </a:ext>
            </a:extLst>
          </p:cNvPr>
          <p:cNvSpPr/>
          <p:nvPr/>
        </p:nvSpPr>
        <p:spPr bwMode="auto">
          <a:xfrm rot="10800000">
            <a:off x="3943276" y="3656777"/>
            <a:ext cx="674688" cy="340779"/>
          </a:xfrm>
          <a:prstGeom prst="downArrow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360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sdkconsumers.sh &amp; sdkpublishers.sh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B75D45-17A4-41CE-B795-35BAE5BD6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4" y="969674"/>
            <a:ext cx="7686675" cy="4343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9F2896-6FE8-421F-82C3-D6A6302D3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1601" y="4739265"/>
            <a:ext cx="641032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2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sdkconsumers.sh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8EDA6-D878-4C9C-8D66-1A9A3F505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3314"/>
            <a:ext cx="12192000" cy="537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531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sdkpublisher.sh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654D81-6F5E-4F98-B676-BB78FAD9F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6384"/>
            <a:ext cx="12192000" cy="389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893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sdkconsumers.sh &amp; sdkpublisher.sh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1E36C9-25EE-4062-A0A1-0A28EB926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51" y="922420"/>
            <a:ext cx="7458075" cy="2886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0D55A6-A184-49B6-83DE-E0D615556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99" y="3429000"/>
            <a:ext cx="748665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53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 err="1"/>
              <a:t>start_sdk.yaml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1F0F22-4B61-4DC7-B34D-7E2CF956D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404" y="847950"/>
            <a:ext cx="9559636" cy="54570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6AB765-A8CE-4BD1-80BB-F658F6496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338" y="2298583"/>
            <a:ext cx="4063662" cy="349445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E12FDF-1C0F-42E7-8456-14082BB64CF6}"/>
              </a:ext>
            </a:extLst>
          </p:cNvPr>
          <p:cNvCxnSpPr/>
          <p:nvPr/>
        </p:nvCxnSpPr>
        <p:spPr bwMode="auto">
          <a:xfrm>
            <a:off x="7784983" y="1098958"/>
            <a:ext cx="1459685" cy="1174459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73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 err="1"/>
              <a:t>start_sdk.yaml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2ECEA2-FD01-410F-A492-46CC11129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38237"/>
            <a:ext cx="5257800" cy="4581525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161F6C1-215B-4E54-9766-C20774DCB73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1025" y="1282700"/>
            <a:ext cx="5611053" cy="4551570"/>
          </a:xfrm>
        </p:spPr>
        <p:txBody>
          <a:bodyPr/>
          <a:lstStyle/>
          <a:p>
            <a:r>
              <a:rPr lang="en-US" dirty="0"/>
              <a:t>Just a bit of pre-test setup…</a:t>
            </a:r>
          </a:p>
          <a:p>
            <a:pPr lvl="1"/>
            <a:r>
              <a:rPr lang="en-US" dirty="0"/>
              <a:t>Create directories</a:t>
            </a:r>
          </a:p>
          <a:p>
            <a:pPr lvl="1"/>
            <a:r>
              <a:rPr lang="en-US" dirty="0"/>
              <a:t>Copy scripts over</a:t>
            </a:r>
          </a:p>
          <a:p>
            <a:pPr lvl="1"/>
            <a:r>
              <a:rPr lang="en-US" dirty="0"/>
              <a:t>Make them executable</a:t>
            </a:r>
          </a:p>
        </p:txBody>
      </p:sp>
    </p:spTree>
    <p:extLst>
      <p:ext uri="{BB962C8B-B14F-4D97-AF65-F5344CB8AC3E}">
        <p14:creationId xmlns:p14="http://schemas.microsoft.com/office/powerpoint/2010/main" val="1719466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 err="1"/>
              <a:t>start_sdk.yaml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161F6C1-215B-4E54-9766-C20774DCB73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4625" y="1301173"/>
            <a:ext cx="5611053" cy="4551570"/>
          </a:xfrm>
        </p:spPr>
        <p:txBody>
          <a:bodyPr/>
          <a:lstStyle/>
          <a:p>
            <a:r>
              <a:rPr lang="en-US" dirty="0"/>
              <a:t>Starting </a:t>
            </a:r>
            <a:r>
              <a:rPr lang="en-US" dirty="0" err="1"/>
              <a:t>sdks</a:t>
            </a:r>
            <a:r>
              <a:rPr lang="en-US" dirty="0"/>
              <a:t>…</a:t>
            </a:r>
          </a:p>
          <a:p>
            <a:pPr lvl="1"/>
            <a:r>
              <a:rPr lang="en-US" dirty="0" err="1"/>
              <a:t>async</a:t>
            </a:r>
            <a:r>
              <a:rPr lang="en-US" dirty="0"/>
              <a:t> with </a:t>
            </a:r>
            <a:r>
              <a:rPr lang="en-US" dirty="0" err="1"/>
              <a:t>runlength</a:t>
            </a:r>
            <a:endParaRPr lang="en-US" dirty="0"/>
          </a:p>
          <a:p>
            <a:pPr lvl="1"/>
            <a:r>
              <a:rPr lang="en-US" dirty="0"/>
              <a:t>poll: 0 = fire &amp; forget</a:t>
            </a:r>
          </a:p>
          <a:p>
            <a:pPr lvl="1"/>
            <a:r>
              <a:rPr lang="en-US" dirty="0"/>
              <a:t>poll: 10 = wait for it</a:t>
            </a:r>
          </a:p>
          <a:p>
            <a:pPr lvl="1"/>
            <a:r>
              <a:rPr lang="en-US" dirty="0" err="1"/>
              <a:t>item.index</a:t>
            </a:r>
            <a:r>
              <a:rPr lang="en-US" dirty="0"/>
              <a:t> &lt;= p. hosts</a:t>
            </a:r>
          </a:p>
          <a:p>
            <a:pPr lvl="1"/>
            <a:r>
              <a:rPr lang="en-US" dirty="0" err="1"/>
              <a:t>with_items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each host with</a:t>
            </a:r>
            <a:br>
              <a:rPr lang="en-US" dirty="0"/>
            </a:br>
            <a:r>
              <a:rPr lang="en-US" dirty="0"/>
              <a:t>different topic</a:t>
            </a:r>
          </a:p>
          <a:p>
            <a:pPr lvl="1"/>
            <a:r>
              <a:rPr lang="en-US" dirty="0"/>
              <a:t>register: to collect</a:t>
            </a:r>
          </a:p>
          <a:p>
            <a:pPr marL="457200" lvl="1" indent="0">
              <a:buNone/>
            </a:pPr>
            <a:r>
              <a:rPr lang="en-US" dirty="0"/>
              <a:t>    output later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31F99D-F192-4FFD-9055-7BA1A93D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220" y="1483736"/>
            <a:ext cx="8392780" cy="471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785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 err="1"/>
              <a:t>start_sdk.yaml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161F6C1-215B-4E54-9766-C20774DCB73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681" y="1291937"/>
            <a:ext cx="4748357" cy="4551570"/>
          </a:xfrm>
        </p:spPr>
        <p:txBody>
          <a:bodyPr/>
          <a:lstStyle/>
          <a:p>
            <a:r>
              <a:rPr lang="en-US" dirty="0"/>
              <a:t>Collecting it…</a:t>
            </a:r>
          </a:p>
          <a:p>
            <a:pPr lvl="1"/>
            <a:r>
              <a:rPr lang="en-US" dirty="0"/>
              <a:t>Tries to collect the results of the </a:t>
            </a:r>
            <a:r>
              <a:rPr lang="en-US" dirty="0" err="1"/>
              <a:t>async</a:t>
            </a:r>
            <a:r>
              <a:rPr lang="en-US" dirty="0"/>
              <a:t> jobs every 10 s for a previously calculates no of time</a:t>
            </a:r>
          </a:p>
          <a:p>
            <a:pPr lvl="1"/>
            <a:r>
              <a:rPr lang="en-US" dirty="0" err="1"/>
              <a:t>Ignore_errors</a:t>
            </a:r>
            <a:r>
              <a:rPr lang="en-US" dirty="0"/>
              <a:t>: True</a:t>
            </a:r>
            <a:br>
              <a:rPr lang="en-US" dirty="0"/>
            </a:br>
            <a:r>
              <a:rPr lang="en-US" dirty="0"/>
              <a:t>Don’t worry, we’ll do our error</a:t>
            </a:r>
            <a:br>
              <a:rPr lang="en-US" dirty="0"/>
            </a:br>
            <a:r>
              <a:rPr lang="en-US" dirty="0"/>
              <a:t>handling in the wrapper scripts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12A0FB-CDB9-4E6F-B6F3-B5DF75532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444" y="1005257"/>
            <a:ext cx="692467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300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55385" y="980695"/>
            <a:ext cx="5600470" cy="4983877"/>
          </a:xfrm>
        </p:spPr>
        <p:txBody>
          <a:bodyPr/>
          <a:lstStyle/>
          <a:p>
            <a:r>
              <a:rPr lang="en-US" dirty="0"/>
              <a:t>You have seen this before…</a:t>
            </a:r>
          </a:p>
          <a:p>
            <a:r>
              <a:rPr lang="en-US" dirty="0"/>
              <a:t>Just a wrapper around the ansible playbook for mainly:</a:t>
            </a:r>
          </a:p>
          <a:p>
            <a:pPr lvl="1"/>
            <a:r>
              <a:rPr lang="en-US" dirty="0"/>
              <a:t>Running a single test</a:t>
            </a:r>
          </a:p>
          <a:p>
            <a:pPr lvl="1"/>
            <a:r>
              <a:rPr lang="en-US" dirty="0"/>
              <a:t>Calculating overall throughput numbers</a:t>
            </a:r>
          </a:p>
          <a:p>
            <a:pPr lvl="1"/>
            <a:r>
              <a:rPr lang="en-US" dirty="0"/>
              <a:t>And: Error handling!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run-tests.sh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96F583-0CF9-4A00-8025-CC52DBE37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454" y="847621"/>
            <a:ext cx="6603546" cy="511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506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55385" y="980695"/>
            <a:ext cx="5600470" cy="4983877"/>
          </a:xfrm>
        </p:spPr>
        <p:txBody>
          <a:bodyPr/>
          <a:lstStyle/>
          <a:p>
            <a:r>
              <a:rPr lang="en-US" dirty="0"/>
              <a:t>You have seen this before…</a:t>
            </a:r>
          </a:p>
          <a:p>
            <a:r>
              <a:rPr lang="en-US" dirty="0"/>
              <a:t>Just a wrapper around the ansible playbook for mainly:</a:t>
            </a:r>
          </a:p>
          <a:p>
            <a:pPr lvl="1"/>
            <a:r>
              <a:rPr lang="en-US" dirty="0"/>
              <a:t>Running a single test</a:t>
            </a:r>
          </a:p>
          <a:p>
            <a:pPr lvl="1"/>
            <a:r>
              <a:rPr lang="en-US" dirty="0"/>
              <a:t>Calculating overall throughput numbers</a:t>
            </a:r>
          </a:p>
          <a:p>
            <a:pPr lvl="1"/>
            <a:r>
              <a:rPr lang="en-US" dirty="0"/>
              <a:t>And: Error handling!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run-testset.sh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4BDC2-5478-466E-8952-7B1BD8979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3428"/>
            <a:ext cx="12192000" cy="567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46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59356" y="1227284"/>
            <a:ext cx="10733520" cy="4551570"/>
          </a:xfrm>
        </p:spPr>
        <p:txBody>
          <a:bodyPr/>
          <a:lstStyle/>
          <a:p>
            <a:r>
              <a:rPr lang="en-US" dirty="0"/>
              <a:t>And here you define the performance metrics you are trying to achieve…</a:t>
            </a:r>
          </a:p>
          <a:p>
            <a:pPr lvl="1"/>
            <a:r>
              <a:rPr lang="en-US" dirty="0" err="1"/>
              <a:t>Msg</a:t>
            </a:r>
            <a:r>
              <a:rPr lang="en-US" dirty="0"/>
              <a:t> size</a:t>
            </a:r>
          </a:p>
          <a:p>
            <a:pPr lvl="1"/>
            <a:r>
              <a:rPr lang="en-US" dirty="0"/>
              <a:t>Fanout</a:t>
            </a:r>
          </a:p>
          <a:p>
            <a:pPr lvl="1"/>
            <a:r>
              <a:rPr lang="en-US" dirty="0"/>
              <a:t>Rate</a:t>
            </a:r>
          </a:p>
          <a:p>
            <a:pPr lvl="1"/>
            <a:r>
              <a:rPr lang="en-US" dirty="0"/>
              <a:t>Pub hosts</a:t>
            </a:r>
          </a:p>
          <a:p>
            <a:pPr lvl="1"/>
            <a:r>
              <a:rPr lang="en-US" dirty="0" err="1"/>
              <a:t>Msg</a:t>
            </a:r>
            <a:r>
              <a:rPr lang="en-US" dirty="0"/>
              <a:t> type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A specific test set script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091D23-4F53-4D79-A6F9-99640BB70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350" y="2287732"/>
            <a:ext cx="939165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56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54D97114-94E8-4C9A-8C90-4D22E3C6EE83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2411484" y="1962342"/>
            <a:ext cx="736903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Arial Unicode MS" panose="020B0604020202020204" pitchFamily="34" charset="-128"/>
              </a:rPr>
              <a:t>read -p “Questions?"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Arial Unicode MS" panose="020B0604020202020204" pitchFamily="34" charset="-128"/>
              </a:rPr>
              <a:t>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 Unicode MS" panose="020B0604020202020204" pitchFamily="34" charset="-128"/>
              </a:rPr>
              <a:t>hile [ ! -z “${question}”] ; 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Arial Unicode MS" panose="020B0604020202020204" pitchFamily="34" charset="-128"/>
              </a:rPr>
              <a:t>	answer ${question}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Arial Unicode MS" panose="020B0604020202020204" pitchFamily="34" charset="-128"/>
              </a:rPr>
              <a:t>	read -p “Next question?"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Arial Unicode MS" panose="020B0604020202020204" pitchFamily="34" charset="-128"/>
              </a:rPr>
              <a:t>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 Unicode MS" panose="020B0604020202020204" pitchFamily="34" charset="-128"/>
              </a:rPr>
              <a:t>one</a:t>
            </a:r>
          </a:p>
        </p:txBody>
      </p:sp>
    </p:spTree>
    <p:extLst>
      <p:ext uri="{BB962C8B-B14F-4D97-AF65-F5344CB8AC3E}">
        <p14:creationId xmlns:p14="http://schemas.microsoft.com/office/powerpoint/2010/main" val="3564209334"/>
      </p:ext>
    </p:extLst>
  </p:cSld>
  <p:clrMapOvr>
    <a:masterClrMapping/>
  </p:clrMapOvr>
</p:sld>
</file>

<file path=ppt/theme/theme1.xml><?xml version="1.0" encoding="utf-8"?>
<a:theme xmlns:a="http://schemas.openxmlformats.org/drawingml/2006/main" name="White Background">
  <a:themeElements>
    <a:clrScheme name="default 2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0D3692"/>
      </a:accent1>
      <a:accent2>
        <a:srgbClr val="F6760F"/>
      </a:accent2>
      <a:accent3>
        <a:srgbClr val="FFFFFF"/>
      </a:accent3>
      <a:accent4>
        <a:srgbClr val="000000"/>
      </a:accent4>
      <a:accent5>
        <a:srgbClr val="AAAEC7"/>
      </a:accent5>
      <a:accent6>
        <a:srgbClr val="DF6A0C"/>
      </a:accent6>
      <a:hlink>
        <a:srgbClr val="FADF6C"/>
      </a:hlink>
      <a:folHlink>
        <a:srgbClr val="0066CC"/>
      </a:folHlink>
    </a:clrScheme>
    <a:fontScheme name="defaul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0000"/>
          <a:buFont typeface="Arial Narrow" pitchFamily="34" charset="0"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0000"/>
          <a:buFont typeface="Arial Narrow" pitchFamily="34" charset="0"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0B3D91"/>
        </a:accent1>
        <a:accent2>
          <a:srgbClr val="F6760F"/>
        </a:accent2>
        <a:accent3>
          <a:srgbClr val="FFFFFF"/>
        </a:accent3>
        <a:accent4>
          <a:srgbClr val="000000"/>
        </a:accent4>
        <a:accent5>
          <a:srgbClr val="AAAFC7"/>
        </a:accent5>
        <a:accent6>
          <a:srgbClr val="DF6A0C"/>
        </a:accent6>
        <a:hlink>
          <a:srgbClr val="FADF6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0D3692"/>
        </a:accent1>
        <a:accent2>
          <a:srgbClr val="F6760F"/>
        </a:accent2>
        <a:accent3>
          <a:srgbClr val="FFFFFF"/>
        </a:accent3>
        <a:accent4>
          <a:srgbClr val="000000"/>
        </a:accent4>
        <a:accent5>
          <a:srgbClr val="AAAEC7"/>
        </a:accent5>
        <a:accent6>
          <a:srgbClr val="DF6A0C"/>
        </a:accent6>
        <a:hlink>
          <a:srgbClr val="FADF6C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Light Gradient Background">
  <a:themeElements>
    <a:clrScheme name="default 2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0D3692"/>
      </a:accent1>
      <a:accent2>
        <a:srgbClr val="F6760F"/>
      </a:accent2>
      <a:accent3>
        <a:srgbClr val="FFFFFF"/>
      </a:accent3>
      <a:accent4>
        <a:srgbClr val="000000"/>
      </a:accent4>
      <a:accent5>
        <a:srgbClr val="AAAEC7"/>
      </a:accent5>
      <a:accent6>
        <a:srgbClr val="DF6A0C"/>
      </a:accent6>
      <a:hlink>
        <a:srgbClr val="FADF6C"/>
      </a:hlink>
      <a:folHlink>
        <a:srgbClr val="0066CC"/>
      </a:folHlink>
    </a:clrScheme>
    <a:fontScheme name="defaul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0000"/>
          <a:buFont typeface="Arial Narrow" pitchFamily="34" charset="0"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0000"/>
          <a:buFont typeface="Arial Narrow" pitchFamily="34" charset="0"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0B3D91"/>
        </a:accent1>
        <a:accent2>
          <a:srgbClr val="F6760F"/>
        </a:accent2>
        <a:accent3>
          <a:srgbClr val="FFFFFF"/>
        </a:accent3>
        <a:accent4>
          <a:srgbClr val="000000"/>
        </a:accent4>
        <a:accent5>
          <a:srgbClr val="AAAFC7"/>
        </a:accent5>
        <a:accent6>
          <a:srgbClr val="DF6A0C"/>
        </a:accent6>
        <a:hlink>
          <a:srgbClr val="FADF6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0D3692"/>
        </a:accent1>
        <a:accent2>
          <a:srgbClr val="F6760F"/>
        </a:accent2>
        <a:accent3>
          <a:srgbClr val="FFFFFF"/>
        </a:accent3>
        <a:accent4>
          <a:srgbClr val="000000"/>
        </a:accent4>
        <a:accent5>
          <a:srgbClr val="AAAEC7"/>
        </a:accent5>
        <a:accent6>
          <a:srgbClr val="DF6A0C"/>
        </a:accent6>
        <a:hlink>
          <a:srgbClr val="FADF6C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Dark Gradient Background">
  <a:themeElements>
    <a:clrScheme name="default 2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0D3692"/>
      </a:accent1>
      <a:accent2>
        <a:srgbClr val="F6760F"/>
      </a:accent2>
      <a:accent3>
        <a:srgbClr val="FFFFFF"/>
      </a:accent3>
      <a:accent4>
        <a:srgbClr val="000000"/>
      </a:accent4>
      <a:accent5>
        <a:srgbClr val="AAAEC7"/>
      </a:accent5>
      <a:accent6>
        <a:srgbClr val="DF6A0C"/>
      </a:accent6>
      <a:hlink>
        <a:srgbClr val="FADF6C"/>
      </a:hlink>
      <a:folHlink>
        <a:srgbClr val="0066CC"/>
      </a:folHlink>
    </a:clrScheme>
    <a:fontScheme name="defaul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0000"/>
          <a:buFont typeface="Arial Narrow" pitchFamily="34" charset="0"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0000"/>
          <a:buFont typeface="Arial Narrow" pitchFamily="34" charset="0"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0B3D91"/>
        </a:accent1>
        <a:accent2>
          <a:srgbClr val="F6760F"/>
        </a:accent2>
        <a:accent3>
          <a:srgbClr val="FFFFFF"/>
        </a:accent3>
        <a:accent4>
          <a:srgbClr val="000000"/>
        </a:accent4>
        <a:accent5>
          <a:srgbClr val="AAAFC7"/>
        </a:accent5>
        <a:accent6>
          <a:srgbClr val="DF6A0C"/>
        </a:accent6>
        <a:hlink>
          <a:srgbClr val="FADF6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0D3692"/>
        </a:accent1>
        <a:accent2>
          <a:srgbClr val="F6760F"/>
        </a:accent2>
        <a:accent3>
          <a:srgbClr val="FFFFFF"/>
        </a:accent3>
        <a:accent4>
          <a:srgbClr val="000000"/>
        </a:accent4>
        <a:accent5>
          <a:srgbClr val="AAAEC7"/>
        </a:accent5>
        <a:accent6>
          <a:srgbClr val="DF6A0C"/>
        </a:accent6>
        <a:hlink>
          <a:srgbClr val="FADF6C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2448</TotalTime>
  <Words>883</Words>
  <Application>Microsoft Office PowerPoint</Application>
  <PresentationFormat>Widescreen</PresentationFormat>
  <Paragraphs>158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 Unicode MS</vt:lpstr>
      <vt:lpstr>Arial</vt:lpstr>
      <vt:lpstr>Arial Narrow</vt:lpstr>
      <vt:lpstr>Calibri</vt:lpstr>
      <vt:lpstr>Calibri Light</vt:lpstr>
      <vt:lpstr>Courier New</vt:lpstr>
      <vt:lpstr>Verdana</vt:lpstr>
      <vt:lpstr>Wingdings</vt:lpstr>
      <vt:lpstr>White Background</vt:lpstr>
      <vt:lpstr>1_Light Gradient Background</vt:lpstr>
      <vt:lpstr>Dark Gradient Background</vt:lpstr>
      <vt:lpstr>Solace Performance Testing Harness</vt:lpstr>
      <vt:lpstr>The Problem</vt:lpstr>
      <vt:lpstr>The Problem</vt:lpstr>
      <vt:lpstr>The Solution: Automate the hell out of it!!!</vt:lpstr>
      <vt:lpstr>Overview of test setup</vt:lpstr>
      <vt:lpstr>The Framework</vt:lpstr>
      <vt:lpstr>sdkconsumers.sh &amp; sdkpublishers.sh</vt:lpstr>
      <vt:lpstr>sdkconsumers.sh</vt:lpstr>
      <vt:lpstr>sdkpublisher.sh</vt:lpstr>
      <vt:lpstr>sdkconsumers.sh &amp; sdkpublisher.sh</vt:lpstr>
      <vt:lpstr>start_sdk.yaml</vt:lpstr>
      <vt:lpstr>start_sdk.yaml</vt:lpstr>
      <vt:lpstr>start_sdk.yaml</vt:lpstr>
      <vt:lpstr>start_sdk.yaml</vt:lpstr>
      <vt:lpstr>run-tests.sh</vt:lpstr>
      <vt:lpstr>run-testset.sh</vt:lpstr>
      <vt:lpstr>A specific test set script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 Barr</dc:creator>
  <cp:lastModifiedBy>Christian Holtfurth</cp:lastModifiedBy>
  <cp:revision>69</cp:revision>
  <dcterms:created xsi:type="dcterms:W3CDTF">2016-08-31T23:06:40Z</dcterms:created>
  <dcterms:modified xsi:type="dcterms:W3CDTF">2020-08-17T20:37:13Z</dcterms:modified>
</cp:coreProperties>
</file>